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forlearningandcerts.sellsystems.agency:49184/ton-compass/index.html" TargetMode="External"/><Relationship Id="rId4" Type="http://schemas.openxmlformats.org/officeDocument/2006/relationships/hyperlink" Target="https://github.com/ryuriymega/stonfi-hackathon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3000" y="502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STON.fi VIBE CODING HACKATHON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43000" y="77724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 Compass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43000" y="170078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guided first-move app for TON DeFi built on top of the official STON.fi execution layer.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2331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First TON move. Routed for humans.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731520" y="373075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Journey Builder, readiness preflight, live STON.fi swap execution, and a Tonstakers-ready next step.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" y="4096512"/>
            <a:ext cx="1280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96112" y="4242816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Live layer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96112" y="4535424"/>
            <a:ext cx="950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Official STON.fi widget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148840" y="4096512"/>
            <a:ext cx="1280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313432" y="4242816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313432" y="4535424"/>
            <a:ext cx="950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Route guidance + readiness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566160" y="4096512"/>
            <a:ext cx="1280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730752" y="4242816"/>
            <a:ext cx="950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After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730752" y="4535424"/>
            <a:ext cx="9509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Tonstakers continuation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577840" y="594360"/>
            <a:ext cx="5486400" cy="5394960"/>
          </a:xfrm>
          <a:prstGeom prst="roundRect">
            <a:avLst>
              <a:gd name="adj" fmla="val 2712"/>
            </a:avLst>
          </a:prstGeom>
          <a:solidFill>
            <a:srgbClr val="1A1F2B"/>
          </a:solidFill>
          <a:ln w="12700">
            <a:solidFill>
              <a:srgbClr val="2A3141"/>
            </a:solidFill>
            <a:prstDash val="solid"/>
          </a:ln>
          <a:effectLst>
            <a:outerShdw sx="100000" sy="100000" kx="0" ky="0" algn="bl" rotWithShape="0" blurRad="38100" dist="19050" dir="27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STONfiHackathon/submission/deck-src/assets/ton-compass-u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982" y="868680"/>
            <a:ext cx="2684116" cy="4846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48640" y="61722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 Compass | Live demo already online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9436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First-time TON users see too much too early.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79222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Wallet connection, gas, slippage, token choice, and swap execution often appear all at once. That is a poor first interaction for a user who just wants one clear starting point.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788920"/>
            <a:ext cx="2103120" cy="1325880"/>
          </a:xfrm>
          <a:prstGeom prst="roundRect">
            <a:avLst>
              <a:gd name="adj" fmla="val 8276"/>
            </a:avLst>
          </a:prstGeom>
          <a:solidFill>
            <a:srgbClr val="FFF6E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935224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Raw DEX surface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3227832"/>
            <a:ext cx="17739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High choice density before the user has context.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17520" y="2788920"/>
            <a:ext cx="2103120" cy="1325880"/>
          </a:xfrm>
          <a:prstGeom prst="roundRect">
            <a:avLst>
              <a:gd name="adj" fmla="val 8276"/>
            </a:avLst>
          </a:prstGeom>
          <a:solidFill>
            <a:srgbClr val="FFF6E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82112" y="2935224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problem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82112" y="3227832"/>
            <a:ext cx="17739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user sees a wallet action before they feel ready.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03520" y="2788920"/>
            <a:ext cx="2103120" cy="1325880"/>
          </a:xfrm>
          <a:prstGeom prst="roundRect">
            <a:avLst>
              <a:gd name="adj" fmla="val 8276"/>
            </a:avLst>
          </a:prstGeom>
          <a:solidFill>
            <a:srgbClr val="FFF6E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68112" y="2935224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Drop-off risk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68112" y="3227832"/>
            <a:ext cx="17739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If the first step feels noisy, the journey ends early.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737360" y="4526280"/>
            <a:ext cx="7223760" cy="0"/>
          </a:xfrm>
          <a:prstGeom prst="line">
            <a:avLst/>
          </a:prstGeom>
          <a:noFill/>
          <a:ln w="12700">
            <a:solidFill>
              <a:srgbClr val="D7CF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7365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 Compass response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5074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Recommend the right route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Slow the user down with readiness checks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Keep execution real via STON.fi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8640" y="61722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Problem -&gt; product response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9436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small app with a real onboarding sequence.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79222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product adds just enough structure around the official widget to feel like a real TON journey rather than a one-screen embed.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2240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889504"/>
            <a:ext cx="1911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1. Journey Builder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3182112"/>
            <a:ext cx="19110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Maps user goal, confidence, and TON balance into the recommended first route.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44952" y="3456432"/>
            <a:ext cx="237744" cy="457200"/>
          </a:xfrm>
          <a:prstGeom prst="chevron">
            <a:avLst/>
          </a:prstGeom>
          <a:solidFill>
            <a:srgbClr val="2B7FFF"/>
          </a:solidFill>
          <a:ln w="12700">
            <a:solidFill>
              <a:srgbClr val="2B7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2743200"/>
            <a:ext cx="2240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3592" y="2889504"/>
            <a:ext cx="1911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2. Readiness preflight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93592" y="3182112"/>
            <a:ext cx="19110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Creates a deliberate pause before wallet connection so the first swap is legible.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42432" y="3456432"/>
            <a:ext cx="237744" cy="457200"/>
          </a:xfrm>
          <a:prstGeom prst="chevron">
            <a:avLst/>
          </a:prstGeom>
          <a:solidFill>
            <a:srgbClr val="2B7FFF"/>
          </a:solidFill>
          <a:ln w="12700">
            <a:solidFill>
              <a:srgbClr val="2B7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2743200"/>
            <a:ext cx="2240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2889504"/>
            <a:ext cx="1911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3. STON.fi execution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91072" y="3182112"/>
            <a:ext cx="19110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real swap stays inside the official Omniston widget. No fake on-chain flow.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439912" y="3456432"/>
            <a:ext cx="237744" cy="457200"/>
          </a:xfrm>
          <a:prstGeom prst="chevron">
            <a:avLst/>
          </a:prstGeom>
          <a:solidFill>
            <a:srgbClr val="2B7FFF"/>
          </a:solidFill>
          <a:ln w="12700">
            <a:solidFill>
              <a:srgbClr val="2B7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23960" y="2743200"/>
            <a:ext cx="2240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88552" y="2889504"/>
            <a:ext cx="1911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4. Tonstakers continuation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88552" y="3182112"/>
            <a:ext cx="19110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After the first swap, the user gets a credible next action instead of a dead end.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4983480"/>
            <a:ext cx="10058400" cy="1097280"/>
          </a:xfrm>
          <a:prstGeom prst="roundRect">
            <a:avLst>
              <a:gd name="adj" fmla="val 6667"/>
            </a:avLst>
          </a:prstGeom>
          <a:solidFill>
            <a:srgbClr val="1A1F2B"/>
          </a:solidFill>
          <a:ln w="12700">
            <a:solidFill>
              <a:srgbClr val="2A31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27608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Result: a beginner can move from uncertainty -&gt; guided choice -&gt; real swap -&gt; TON-native continuation without ever leaving a coherent product surface.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61722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Journey Builder -&gt; Readiness -&gt; STON.fi -&gt; Tonstakers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9436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THIS HAS A 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Fast enough to ship. Product-shaped enough to stand out.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7922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app is small, but it already solves a specific TON onboarding problem with a real integration and a credible growth path.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154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889504"/>
            <a:ext cx="2825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Real integration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3182112"/>
            <a:ext cx="28254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Execution goes through the official STON.fi widget. The demo is not faking the core user action.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60520" y="2743200"/>
            <a:ext cx="3154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25112" y="2889504"/>
            <a:ext cx="2825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Real product logic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25112" y="3182112"/>
            <a:ext cx="28254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Route recommendation, readiness gating, and shareable modes create a reusable onboarding system.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589520" y="2743200"/>
            <a:ext cx="31546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7DFD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54112" y="2889504"/>
            <a:ext cx="2825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Real continuation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54112" y="3182112"/>
            <a:ext cx="28254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Tonstakers shows how this can expand into a broader TON journey instead of stopping at swap.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572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What reviewers can see immediately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48463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There is a live public URL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There is a public GitHub repo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app already supports a real user journey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scope is still realistic for a hackathon build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4617720"/>
            <a:ext cx="4709160" cy="1143000"/>
          </a:xfrm>
          <a:prstGeom prst="roundRect">
            <a:avLst>
              <a:gd name="adj" fmla="val 8000"/>
            </a:avLst>
          </a:prstGeom>
          <a:solidFill>
            <a:srgbClr val="D8FF6B"/>
          </a:solidFill>
          <a:ln w="12700">
            <a:solidFill>
              <a:srgbClr val="D8FF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495604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72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 Compass is not a swap clone. It is an onboarding product on top of STON.fi.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61722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07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Strong live demo + clear product logic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4360" y="50292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61872" y="548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 Compass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C1D1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Live links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Live demo</a:t>
            </a:r>
            <a:endParaRPr lang="en-US" sz="1600" dirty="0"/>
          </a:p>
        </p:txBody>
      </p:sp>
      <p:sp>
        <p:nvSpPr>
          <p:cNvPr id="6" name="Text 3">
            <a:hlinkClick r:id="rId3" tooltip=""/>
          </p:cNvPr>
          <p:cNvSpPr/>
          <p:nvPr/>
        </p:nvSpPr>
        <p:spPr>
          <a:xfrm>
            <a:off x="731520" y="21488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D8FF6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https://forlearningandcerts.sellsystems.agency:49184/ton-compass/index.html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GitHub</a:t>
            </a:r>
            <a:endParaRPr lang="en-US" sz="1600" dirty="0"/>
          </a:p>
        </p:txBody>
      </p:sp>
      <p:sp>
        <p:nvSpPr>
          <p:cNvPr id="8" name="Text 5">
            <a:hlinkClick r:id="rId4" tooltip=""/>
          </p:cNvPr>
          <p:cNvSpPr/>
          <p:nvPr/>
        </p:nvSpPr>
        <p:spPr>
          <a:xfrm>
            <a:off x="731520" y="3154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D8FF6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https://github.com/ryuriymega/stonfi-hackathon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12280" y="1234440"/>
            <a:ext cx="3611880" cy="3291840"/>
          </a:xfrm>
          <a:prstGeom prst="roundRect">
            <a:avLst>
              <a:gd name="adj" fmla="val 3889"/>
            </a:avLst>
          </a:prstGeom>
          <a:solidFill>
            <a:srgbClr val="30384B"/>
          </a:solidFill>
          <a:ln w="12700">
            <a:solidFill>
              <a:srgbClr val="44506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03720" y="15544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7C1D1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60-second pitch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903720" y="1874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TON Compass is a guided first-move app for TON DeFi. It recommends the right route, adds a readiness layer before wallet connection, executes through the official STON.fi widget, and then offers a Tonstakers-ready continuation path.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903720" y="32461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FF6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That makes it feel like the start of a TON journey, not just another swap clone.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TON Compass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TON Compass</dc:title>
  <dc:subject>TON Compass demo deck</dc:subject>
  <dc:creator>OpenAI Codex</dc:creator>
  <cp:lastModifiedBy>OpenAI Codex</cp:lastModifiedBy>
  <cp:revision>1</cp:revision>
  <dcterms:created xsi:type="dcterms:W3CDTF">2026-04-10T09:29:37Z</dcterms:created>
  <dcterms:modified xsi:type="dcterms:W3CDTF">2026-04-10T09:29:37Z</dcterms:modified>
</cp:coreProperties>
</file>