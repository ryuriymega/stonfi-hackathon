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orlearningandcerts.sellsystems.agency:49184/ton-compass/index.html" TargetMode="External"/><Relationship Id="rId4" Type="http://schemas.openxmlformats.org/officeDocument/2006/relationships/hyperlink" Target="https://github.com/ryuriymega/stonfi-hackathon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5029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STON.fi VIBE CODING HACKATHON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143000" y="7772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 Compass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43000" y="1700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guided first-move app for TON DeFi built on top of the official STON.fi execution and data layer.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First TON move. Routed for humans.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31520" y="37307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Journey Builder, live quote checks, wallet-aware hints, official STON.fi execution, and a Tonstakers-ready continuation.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4096512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424281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layer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6112" y="4535424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Official STON.fi widget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48840" y="4096512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13432" y="424281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13432" y="4535424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quote + wallet hints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66160" y="4096512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30752" y="424281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After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30752" y="4535424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Tonstakers + Telegram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77840" y="594360"/>
            <a:ext cx="5486400" cy="5394960"/>
          </a:xfrm>
          <a:prstGeom prst="roundRect">
            <a:avLst>
              <a:gd name="adj" fmla="val 2712"/>
            </a:avLst>
          </a:prstGeom>
          <a:solidFill>
            <a:srgbClr val="1A1F2B"/>
          </a:solidFill>
          <a:ln w="12700">
            <a:solidFill>
              <a:srgbClr val="2A314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STONfiHackathon/submission/deck-src/assets/ton-compass-u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256" y="868680"/>
            <a:ext cx="4565568" cy="4846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172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 Compass | Guided route + live decision layer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First-time TON users see too much too early.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7922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Wallet connection, gas, slippage, token choice, and swap execution often appear all at once. That is a poor first interaction for a user who just wants one clear starting point.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FFF6E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935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Raw DEX surface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3227832"/>
            <a:ext cx="1773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High choice density before the user has context.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FFF6E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2935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82112" y="3227832"/>
            <a:ext cx="1773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user sees a wallet action before they feel ready.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FFF6E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68112" y="2935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Drop-off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68112" y="3227832"/>
            <a:ext cx="1773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If the first step feels noisy, the journey ends early.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4526280"/>
            <a:ext cx="7223760" cy="0"/>
          </a:xfrm>
          <a:prstGeom prst="line">
            <a:avLst/>
          </a:prstGeom>
          <a:noFill/>
          <a:ln w="12700">
            <a:solidFill>
              <a:srgbClr val="D7C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36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 Compass response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 the right route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Slow the user down with readiness checks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Keep execution real via STON.fi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 -&gt; product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small app with a real onboarding sequence.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7922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product adds just enough structure around the official widget and public data layer to feel like a real TON journey rather than a one-screen embed.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88950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Journey Builder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3182112"/>
            <a:ext cx="1911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Maps user goal, confidence, and TON balance into the recommended first route.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4952" y="3456432"/>
            <a:ext cx="237744" cy="457200"/>
          </a:xfrm>
          <a:prstGeom prst="chevron">
            <a:avLst/>
          </a:prstGeom>
          <a:solidFill>
            <a:srgbClr val="2B7FFF"/>
          </a:solidFill>
          <a:ln w="12700">
            <a:solidFill>
              <a:srgbClr val="2B7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74320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3592" y="288950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Readiness preflight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592" y="3182112"/>
            <a:ext cx="1911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Creates a deliberate pause before wallet connection so the first swap is legible.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42432" y="3456432"/>
            <a:ext cx="237744" cy="457200"/>
          </a:xfrm>
          <a:prstGeom prst="chevron">
            <a:avLst/>
          </a:prstGeom>
          <a:solidFill>
            <a:srgbClr val="2B7FFF"/>
          </a:solidFill>
          <a:ln w="12700">
            <a:solidFill>
              <a:srgbClr val="2B7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74320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288950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Decision Lab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3182112"/>
            <a:ext cx="1911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Pulls live STON.fi route simulation and wallet-aware hints from official public endpoints.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39912" y="3456432"/>
            <a:ext cx="237744" cy="457200"/>
          </a:xfrm>
          <a:prstGeom prst="chevron">
            <a:avLst/>
          </a:prstGeom>
          <a:solidFill>
            <a:srgbClr val="2B7FFF"/>
          </a:solidFill>
          <a:ln w="12700">
            <a:solidFill>
              <a:srgbClr val="2B7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274320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88552" y="288950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Continuation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88552" y="3182112"/>
            <a:ext cx="1911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real swap stays in STON.fi, then Tonstakers and Telegram keep the journey alive.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98348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1A1F2B"/>
          </a:solidFill>
          <a:ln w="12700">
            <a:solidFill>
              <a:srgbClr val="2A31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760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Result: a beginner can move from uncertainty -&gt; guided choice -&gt; live quote -&gt; real swap -&gt; TON-native continuation without ever leaving a coherent product surface.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Journey Builder -&gt; Readiness -&gt; Decision Lab -&gt; Continuation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THIS HAS A 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Fast enough to ship. Product-shaped enough to stand out.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7922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app is small, but it already solves a specific TON onboarding problem with a real integration and a credible growth path.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1546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889504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 integration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3182112"/>
            <a:ext cx="28254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Execution goes through the official STON.fi widget and live protocol quotes come from official public STON.fi endpoints.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2743200"/>
            <a:ext cx="31546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889504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 product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25112" y="3182112"/>
            <a:ext cx="28254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Route recommendation, readiness gating, live quote checks, and wallet-aware hints create a reusable onboarding system.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89520" y="2743200"/>
            <a:ext cx="31546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DFD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54112" y="2889504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 continuation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54112" y="3182112"/>
            <a:ext cx="28254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Tonstakers plus Telegram continuity show how this can expand into a broader TON journey instead of stopping at swap.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reviewers can see immediately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There is a live public URL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There is a public GitHub repo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app already supports a real user journey plus a live decision layer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scope is still realistic for a hackathon build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4617720"/>
            <a:ext cx="4709160" cy="1143000"/>
          </a:xfrm>
          <a:prstGeom prst="roundRect">
            <a:avLst>
              <a:gd name="adj" fmla="val 8000"/>
            </a:avLst>
          </a:prstGeom>
          <a:solidFill>
            <a:srgbClr val="D8FF6B"/>
          </a:solidFill>
          <a:ln w="12700">
            <a:solidFill>
              <a:srgbClr val="D8F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9560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 Compass is not a swap clone. It is an onboarding and decision product on top of STON.fi.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7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Strong live demo + clear product logic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548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 Compass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C1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links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7315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D8FF6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web app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450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1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forlearningandcerts.sellsystems.agency:49184/ton-compass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9" name="Text 6">
            <a:hlinkClick r:id="rId4" tooltip=""/>
          </p:cNvPr>
          <p:cNvSpPr/>
          <p:nvPr/>
        </p:nvSpPr>
        <p:spPr>
          <a:xfrm>
            <a:off x="73152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D8FF6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GitHub repository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1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github.com/ryuriymega/stonfi-hackathon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1234440"/>
            <a:ext cx="3611880" cy="3291840"/>
          </a:xfrm>
          <a:prstGeom prst="roundRect">
            <a:avLst>
              <a:gd name="adj" fmla="val 3889"/>
            </a:avLst>
          </a:prstGeom>
          <a:solidFill>
            <a:srgbClr val="30384B"/>
          </a:solidFill>
          <a:ln w="12700">
            <a:solidFill>
              <a:srgbClr val="4450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C1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60-second pitch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03720" y="18745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TON Compass is a guided first-move app for TON DeFi. It recommends the right route, adds a readiness layer before wallet connection, checks the route with live STON.fi data, executes through the official STON.fi widget, and then offers a Tonstakers-ready continuation path.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FF6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That makes it feel like the start of a TON journey, not just another swap clone or widget wrapper.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TON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 Compass</dc:title>
  <dc:subject>TON Compass demo deck</dc:subject>
  <dc:creator>OpenAI Codex</dc:creator>
  <cp:lastModifiedBy>OpenAI Codex</cp:lastModifiedBy>
  <cp:revision>1</cp:revision>
  <dcterms:created xsi:type="dcterms:W3CDTF">2026-04-12T10:44:43Z</dcterms:created>
  <dcterms:modified xsi:type="dcterms:W3CDTF">2026-04-12T10:44:43Z</dcterms:modified>
</cp:coreProperties>
</file>